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E80A5-1E47-49A3-8580-5F78EA45114D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85F6B-FC4F-441F-9765-6233ABB895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4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85F6B-FC4F-441F-9765-6233ABB895E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02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24BC-F329-3390-B0CD-F264E453C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47D71-1DCC-1E1B-54DC-C80F416F1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CD03A-B48F-6060-2EFE-AAB3242E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FB258-D441-1A7D-8135-C7921E2C8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0922-C97E-61C5-4873-7F87AD31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537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D6BB-4DC1-0836-6A31-404B1162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3EDB-41DB-120A-937B-628B636A1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B417-AE8F-E22D-23C9-8546E1597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CCB08-BC73-4C0C-9C91-C894B90CD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A91C2-B4DC-16AF-528A-89401C6F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963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7C9A-9917-66EF-1F56-4F59AE81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FD5A4-66D7-FAF8-8E4F-A3A920E5E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F9D0F-C2BB-CFCB-3611-C524168E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305A1-F0E4-971E-FB43-9AB040B8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8CF10-6B9A-4FE0-7CCF-C1DDEC2C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28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4E6B-14F8-4239-0D83-5F216184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A7F78-398A-DD91-5F7E-2A18AB4FB6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1C439-846A-692B-77F1-7DE831303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EAD08-BAF0-236B-5523-E2964226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80667-0BE6-69D7-E845-D88F0EE6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3FBD1-A81D-9359-032B-4D19D038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565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A2E14-02B5-D392-5514-9927657BD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BB96-D0F7-F07F-6A2D-BCE28B8F9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2106B-7BC0-9C1F-3847-EFCA64562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564F04-22D3-9B4E-FB33-AE4EFDA2C2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7B02B-60EC-71A1-2E64-3714904364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4C73C6-8E03-84DC-9F56-23C22592D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3739F0-4340-DBB0-D658-EFBFF1C0C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9BA50-520C-84DE-90D5-0E8781633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01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583B-3371-FC1B-E736-4213F091C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950D-3571-E7BF-8B10-A5634339E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CA1D2-35C3-3955-DA94-7B77B111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9F88E-6145-27C1-3661-55391EED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11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74AA4F-502B-ADBD-085F-677B7D5AB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13E88D-FE79-C58C-2DEB-80C2EE00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7CC2-350D-F67B-A062-D7C4E752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062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13F87-C94A-D817-5193-A4D0ABA79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C0D4-123A-E9A2-77D8-4FEAFDC63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1548-88D4-B9D4-36F5-C86E65232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487C4-588C-E2E5-11AD-BE49672D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8C1C5-29B4-F562-1604-BF5C7A7D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E9A1F-ECF3-42F5-DA49-2A6FB6BEB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185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B9203-C58B-A2E3-161F-05844072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AB1B6-EEA8-0B60-86DD-4A6B7F78F1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8D937-AB81-66EA-3261-2D7CA1C62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E789C-D8E1-E05D-2C8C-AD23AC112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34D74-A815-1639-97B1-E2C1A236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34434-444D-C584-9CC7-90F7CFFD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75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F342-0F99-096E-3666-301A63925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CA2AFE-BDDF-FD0F-3833-667E97F9A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CF9AE-E3D5-2C77-ADEC-C1C16BEC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D4BC6-F222-D42A-95CF-96CE0B30F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BBA56-8734-8CE5-46A3-28483A91C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805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C11D8-8F78-A844-09BC-CB5850C63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1E42E-73E4-2B7D-22D3-848A21BE7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5837F-B3F7-EE2A-9645-E543CC9E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360E7-9DA9-84FC-4DCC-69974BD1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C147-1563-52A9-4937-A661C614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80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1879C-1519-2FF3-AA75-60EA916B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0C0C5-1523-12F3-E5BA-4C03B659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5424C-FB6E-6019-128D-76BD33742C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8E05B-6C68-45F1-8430-350097626DFA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3736F-9654-24EA-AED0-A5F008F73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128EE-8F46-4167-7C33-AD6D30B4E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E153E2-2CF8-4B54-9B99-19C3EEEA5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1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9160-A726-5207-C113-51A710D04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87720"/>
            <a:ext cx="9144000" cy="1879601"/>
          </a:xfrm>
        </p:spPr>
        <p:txBody>
          <a:bodyPr/>
          <a:lstStyle/>
          <a:p>
            <a:r>
              <a:rPr lang="en-US" b="1" dirty="0"/>
              <a:t>Online Survey System with Analysis</a:t>
            </a:r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F8B13-CE47-1CDF-19F4-7D6F06C65F9E}"/>
              </a:ext>
            </a:extLst>
          </p:cNvPr>
          <p:cNvSpPr txBox="1"/>
          <p:nvPr/>
        </p:nvSpPr>
        <p:spPr>
          <a:xfrm>
            <a:off x="682906" y="3298371"/>
            <a:ext cx="1121586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Overview: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Online Survey System with Analysis is a web application that allows administrators to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surveys, collect responses,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efficiently. The system provides secure data storage, automated report generation, and an easy-to-use interface for both administrators and participants.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1397C6-330B-3002-7369-3AA08C6C6EDD}"/>
              </a:ext>
            </a:extLst>
          </p:cNvPr>
          <p:cNvSpPr txBox="1"/>
          <p:nvPr/>
        </p:nvSpPr>
        <p:spPr>
          <a:xfrm>
            <a:off x="682906" y="5006579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And Engineering </a:t>
            </a:r>
          </a:p>
        </p:txBody>
      </p:sp>
    </p:spTree>
    <p:extLst>
      <p:ext uri="{BB962C8B-B14F-4D97-AF65-F5344CB8AC3E}">
        <p14:creationId xmlns:p14="http://schemas.microsoft.com/office/powerpoint/2010/main" val="673612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5C4F4-90EE-C635-8F35-B42180D4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95" y="334980"/>
            <a:ext cx="10515600" cy="1325563"/>
          </a:xfrm>
        </p:spPr>
        <p:txBody>
          <a:bodyPr/>
          <a:lstStyle/>
          <a:p>
            <a:r>
              <a:rPr lang="en-US" b="1" dirty="0"/>
              <a:t>Problem</a:t>
            </a:r>
            <a:r>
              <a:rPr lang="en-US" dirty="0"/>
              <a:t> </a:t>
            </a:r>
            <a:r>
              <a:rPr lang="en-US" b="1" dirty="0"/>
              <a:t>statement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72C1B-133D-2FE4-EDA2-0570A475FEC8}"/>
              </a:ext>
            </a:extLst>
          </p:cNvPr>
          <p:cNvSpPr txBox="1"/>
          <p:nvPr/>
        </p:nvSpPr>
        <p:spPr>
          <a:xfrm>
            <a:off x="700061" y="1278707"/>
            <a:ext cx="10791877" cy="2805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survey methods are time-consuming and costly.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data collection can lead to errors and data loss.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large amounts of survey data is difficult.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Organizations need a faster and more accurate way to collect feedback.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Lack of real-time insights delays decision-making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4108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A19D-C840-3BFC-C6A5-4854408C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464" y="690417"/>
            <a:ext cx="10686288" cy="64071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Methodology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4BD19-9624-DCB3-D81D-5753895DF098}"/>
              </a:ext>
            </a:extLst>
          </p:cNvPr>
          <p:cNvSpPr txBox="1"/>
          <p:nvPr/>
        </p:nvSpPr>
        <p:spPr>
          <a:xfrm>
            <a:off x="742807" y="1230650"/>
            <a:ext cx="1103386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Gather user requirements, define survey objectives, and identify system functionalities.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the user interface, database structure, and overall system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survey creation, response collection, user management, and analytics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Distribute surveys online and collect participant responses securely.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responses and perform statistical analysis to extract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&amp; Reporting: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charts, graphs, dashboards, and analytical reports.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 system functionality, performance, and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&amp; Maintenance: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application, monitor performance, and provide updates.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B5B0F2-3F8E-E1C0-BC77-F1F4DA5A2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58485"/>
              </p:ext>
            </p:extLst>
          </p:nvPr>
        </p:nvGraphicFramePr>
        <p:xfrm>
          <a:off x="1155560" y="4280170"/>
          <a:ext cx="10102848" cy="2194560"/>
        </p:xfrm>
        <a:graphic>
          <a:graphicData uri="http://schemas.openxmlformats.org/drawingml/2006/table">
            <a:tbl>
              <a:tblPr/>
              <a:tblGrid>
                <a:gridCol w="4489822">
                  <a:extLst>
                    <a:ext uri="{9D8B030D-6E8A-4147-A177-3AD203B41FA5}">
                      <a16:colId xmlns:a16="http://schemas.microsoft.com/office/drawing/2014/main" val="1818245566"/>
                    </a:ext>
                  </a:extLst>
                </a:gridCol>
                <a:gridCol w="5613026">
                  <a:extLst>
                    <a:ext uri="{9D8B030D-6E8A-4147-A177-3AD203B41FA5}">
                      <a16:colId xmlns:a16="http://schemas.microsoft.com/office/drawing/2014/main" val="1113957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Technology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8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HTML, CSS, Bootstrap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031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Flask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037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84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Git, GitHub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17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137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DBE2AE-5DA5-CFD6-982A-090293D5C93F}"/>
              </a:ext>
            </a:extLst>
          </p:cNvPr>
          <p:cNvSpPr txBox="1"/>
          <p:nvPr/>
        </p:nvSpPr>
        <p:spPr>
          <a:xfrm>
            <a:off x="772951" y="386340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Technology Stack Used:</a:t>
            </a:r>
          </a:p>
        </p:txBody>
      </p:sp>
    </p:spTree>
    <p:extLst>
      <p:ext uri="{BB962C8B-B14F-4D97-AF65-F5344CB8AC3E}">
        <p14:creationId xmlns:p14="http://schemas.microsoft.com/office/powerpoint/2010/main" val="200400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B7B072-674D-E7BF-5074-72ABFD34C327}"/>
              </a:ext>
            </a:extLst>
          </p:cNvPr>
          <p:cNvSpPr txBox="1"/>
          <p:nvPr/>
        </p:nvSpPr>
        <p:spPr>
          <a:xfrm>
            <a:off x="5398009" y="434195"/>
            <a:ext cx="3999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1745CA5-EEC9-F649-31BC-8897046B9DA6}"/>
              </a:ext>
            </a:extLst>
          </p:cNvPr>
          <p:cNvSpPr txBox="1"/>
          <p:nvPr/>
        </p:nvSpPr>
        <p:spPr>
          <a:xfrm>
            <a:off x="621273" y="396246"/>
            <a:ext cx="30298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D561C-D30E-B003-5BF8-1244AC2FF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265" y="92597"/>
            <a:ext cx="6504972" cy="676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7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B26A0-C678-7AE3-C023-093C51EA2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346" y="38140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Result</a:t>
            </a:r>
            <a:r>
              <a:rPr lang="en-US" sz="4000" dirty="0"/>
              <a:t>:</a:t>
            </a:r>
            <a:endParaRPr lang="en-IN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6D5A3-04E4-E8D9-36E6-1D83CBF29C7C}"/>
              </a:ext>
            </a:extLst>
          </p:cNvPr>
          <p:cNvSpPr txBox="1"/>
          <p:nvPr/>
        </p:nvSpPr>
        <p:spPr>
          <a:xfrm>
            <a:off x="957105" y="1596435"/>
            <a:ext cx="10096082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Successfully created and deployed the survey application.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Enabled online survey creation and management.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Collected and stored responses securely.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Generated analytical reports automatically.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Improved efficiency in feedback collection.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Reduced manual effort and processing time.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Provided a user-friendly experience for administrators and participants. </a:t>
            </a:r>
          </a:p>
        </p:txBody>
      </p:sp>
    </p:spTree>
    <p:extLst>
      <p:ext uri="{BB962C8B-B14F-4D97-AF65-F5344CB8AC3E}">
        <p14:creationId xmlns:p14="http://schemas.microsoft.com/office/powerpoint/2010/main" val="301013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0398-ACE5-CDC5-A52F-CFB78A8D8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30" y="345028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Conclusion</a:t>
            </a:r>
            <a:r>
              <a:rPr lang="en-US" sz="4000" dirty="0"/>
              <a:t>:</a:t>
            </a:r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71ACB-D11B-F07F-0229-A05CF0B7195C}"/>
              </a:ext>
            </a:extLst>
          </p:cNvPr>
          <p:cNvSpPr txBox="1"/>
          <p:nvPr/>
        </p:nvSpPr>
        <p:spPr>
          <a:xfrm>
            <a:off x="934169" y="1352633"/>
            <a:ext cx="1064153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Online Survey System with Analysis provides an efficient and user-friendly platform for creating surveys, collecting responses, and </a:t>
            </a:r>
            <a:r>
              <a:rPr lang="en-IN" dirty="0" err="1"/>
              <a:t>analyzing</a:t>
            </a:r>
            <a:r>
              <a:rPr lang="en-IN" dirty="0"/>
              <a:t>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project successfully automates the survey management process, reducing manual effort and improving data accuracy.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enables organizations, educational institutions, and businesses to gather feedback quickly and make informed decisions based on analytical reports.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system ensures secure data storage and efficient response management through a centralized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Real-time data analysis and reporting help users gain meaningful insights from collected responses.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application is accessible online, allowing users to participate in surveys from any location.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7B879-7F1A-EDFD-8DBE-F5D4DE87D2FB}"/>
              </a:ext>
            </a:extLst>
          </p:cNvPr>
          <p:cNvSpPr txBox="1"/>
          <p:nvPr/>
        </p:nvSpPr>
        <p:spPr>
          <a:xfrm>
            <a:off x="742231" y="4206897"/>
            <a:ext cx="10933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Final Outcome</a:t>
            </a:r>
          </a:p>
          <a:p>
            <a:pPr>
              <a:buNone/>
            </a:pPr>
            <a:r>
              <a:rPr lang="en-IN" sz="2000" dirty="0"/>
              <a:t>	A reliable and scalable Online Survey System capable of efficiently managing surveys, collecting responses, and generating meaningful analytical insights to support better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579774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219</TotalTime>
  <Words>445</Words>
  <Application>Microsoft Office PowerPoint</Application>
  <PresentationFormat>Widescreen</PresentationFormat>
  <Paragraphs>54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Online Survey System with Analysis</vt:lpstr>
      <vt:lpstr>Problem statement:</vt:lpstr>
      <vt:lpstr>Methodology:</vt:lpstr>
      <vt:lpstr>PowerPoint Presentation</vt:lpstr>
      <vt:lpstr>Result: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Kavyasri Aggarwal</dc:creator>
  <cp:lastModifiedBy>pettela Jahnavi</cp:lastModifiedBy>
  <cp:revision>14</cp:revision>
  <dcterms:created xsi:type="dcterms:W3CDTF">2026-06-22T16:28:06Z</dcterms:created>
  <dcterms:modified xsi:type="dcterms:W3CDTF">2026-06-25T16:15:44Z</dcterms:modified>
</cp:coreProperties>
</file>